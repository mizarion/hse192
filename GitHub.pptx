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64" r:id="rId5"/>
    <p:sldId id="265" r:id="rId6"/>
    <p:sldId id="267" r:id="rId7"/>
    <p:sldId id="268" r:id="rId8"/>
    <p:sldId id="266" r:id="rId9"/>
    <p:sldId id="258" r:id="rId10"/>
    <p:sldId id="259" r:id="rId11"/>
    <p:sldId id="270" r:id="rId12"/>
    <p:sldId id="272" r:id="rId13"/>
    <p:sldId id="273" r:id="rId14"/>
    <p:sldId id="269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1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A143B-9927-4EAE-BF34-D4362F1C16C8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2887C-8CAF-45BC-8794-E52D7D2701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87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2887C-8CAF-45BC-8794-E52D7D27016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454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2887C-8CAF-45BC-8794-E52D7D27016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215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2887C-8CAF-45BC-8794-E52D7D27016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989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2887C-8CAF-45BC-8794-E52D7D27016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846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2887C-8CAF-45BC-8794-E52D7D27016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891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2887C-8CAF-45BC-8794-E52D7D27016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038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92887C-8CAF-45BC-8794-E52D7D27016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23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595F34-CC6A-4B22-A2FF-040FFC691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C17892-42AF-4706-A280-EECF85F14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82ED55-7E40-45AC-9D92-107B88198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10D285-0F80-49A9-B2A9-DF189790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B9BD7A-6035-4564-9538-0712E33B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43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EEF10-C3B5-40F6-A71E-61D5DE512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B492D8-C191-4FE7-8C20-7B66C3D92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CFDA91-4D87-4D6A-B8C0-9B13B9A14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74081B-3420-47EF-987E-D304F4BD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FB2199-98F8-4099-B238-4B23BA64A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88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C90EB1-F98F-4674-BD67-D438E1B6C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B9D6E-DA04-476B-B0A2-96FA992B3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2BC469-BA02-403A-8A2C-83578435C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7B9A4E-A246-41E1-8EEC-AF699327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5ADCD4-6CD6-4172-8BA5-211D019A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67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195BC-DBFA-4649-9950-89F86509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472E2-54D5-467B-BA4F-043909A94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64B044-11E9-4C77-9AB6-E93314595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B8844F-6F72-42CF-8706-399B8B648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63BF60-37C8-4558-B2DE-D4AA18CA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02A3F2-1B1C-4ACA-A527-1AD3DE65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06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0BE78-1FC5-426F-B632-5F8BB6947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36729A-3EDB-4454-B592-559CA1659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F51AD4-9421-4A3B-844D-14B964E7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295A2EF-64C3-4A14-9075-2114CBB48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4FB300D-38D6-4644-B473-DAB0B6676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46B7E1-CA1E-4F4D-BB68-67D8C8D4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BA650B-7B46-4276-A01A-B7FF6F39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F6D315-8CA2-49DB-AF8B-98EF987C1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941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65C6F-A061-45D7-B8FB-40614323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E3B042C-2EE1-4915-BB30-EC0685E60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010FCE8-BB39-472F-8FEC-6BFBC1BA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372E92-5132-40C9-AB87-EC413308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516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6B1823A-0A1C-4AB7-989A-BBAD00F8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463F714-805D-4A44-B7DE-4F9E90C36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268E64-6699-47A7-ACEE-8A43A9BA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79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EEDB7E-EF46-433A-8540-AD02B055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46A378-D3A4-4934-A266-719FF393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5A3892-C9FA-439A-ACB2-D17A20C6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D16AB1-E462-42F5-8294-554EFC62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CEDF33-E15B-44CA-8031-C2964DEBB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9EC167-2CB3-4F2C-A584-E92E1B23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435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19E166-D4A4-4CCC-81F5-9232F8CA7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7153182-6414-4AD2-A5FD-D7F0FECF4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00EA06-A667-4E9E-9F85-A3D6BB2A0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E6FDC3-FBA5-4BF5-98E5-5F6B162FE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599B0E-63F8-4DEF-AF08-33B0E4125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9D8F5F-5C71-4431-B896-A96D96FC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07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89D14-9229-4CE1-B5F8-FE887568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16CE4F-2D22-4FCF-B9A7-7B7B22364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A6D467-92BF-4331-AAA1-0BA930C6C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012C1C-C4E5-408B-ACC6-A0E43588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B71646-9F94-49E0-A846-BE67953F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66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12E1CC1-EB23-480D-9415-8EF2D0C6E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E4F947-1EC9-4682-A25B-2FB8ACFE9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AD6FC1-5635-4949-8DA0-2F212E59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DC5A99-BD3C-4BEE-AF9B-2AA4FF54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4973D4-EE8F-4132-89D1-E7DCC6B6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65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E706A-D65B-4FBE-960E-3DB59644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93FF3-42A8-48F9-933E-A47D1985C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15B396-060D-4756-85CB-A89B44737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917F3-2427-4907-8ED9-603B88DC8791}" type="datetimeFigureOut">
              <a:rPr lang="ru-RU" smtClean="0"/>
              <a:t>04.05.2020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BDD137-CFB8-46AE-B818-C17452259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678AC-92F7-4131-A131-AD4544774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67540-6599-4F50-A3F5-72CEF71DA9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02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sktop.github.co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4E32D6-6B0D-4351-96B1-9F6CD9E8F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291090"/>
            <a:ext cx="10515599" cy="932688"/>
          </a:xfrm>
        </p:spPr>
        <p:txBody>
          <a:bodyPr>
            <a:normAutofit/>
          </a:bodyPr>
          <a:lstStyle/>
          <a:p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057749-C196-4894-A915-179BA0BF3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1335726"/>
            <a:ext cx="10515599" cy="420624"/>
          </a:xfrm>
        </p:spPr>
        <p:txBody>
          <a:bodyPr>
            <a:normAutofit/>
          </a:bodyPr>
          <a:lstStyle/>
          <a:p>
            <a:endParaRPr lang="ru-RU" sz="2000"/>
          </a:p>
        </p:txBody>
      </p:sp>
      <p:pic>
        <p:nvPicPr>
          <p:cNvPr id="7" name="Рисунок 6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1D9B4FE0-267D-4ADA-AD19-1C0DFCCDB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230641"/>
            <a:ext cx="12192000" cy="366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4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Hub Wallpapers - Wallpaper Cave">
            <a:extLst>
              <a:ext uri="{FF2B5EF4-FFF2-40B4-BE49-F238E27FC236}">
                <a16:creationId xmlns:a16="http://schemas.microsoft.com/office/drawing/2014/main" id="{6F0E1009-A584-408C-BAA3-ED029FA08F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C00AD3B-4B1A-4A20-AB9E-2F3A8A14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241"/>
            <a:ext cx="10515600" cy="1128176"/>
          </a:xfrm>
        </p:spPr>
        <p:txBody>
          <a:bodyPr>
            <a:normAutofit/>
          </a:bodyPr>
          <a:lstStyle/>
          <a:p>
            <a:pPr algn="ctr"/>
            <a:r>
              <a:rPr lang="ru-RU" sz="5000" b="1" dirty="0">
                <a:solidFill>
                  <a:schemeClr val="accent4"/>
                </a:solidFill>
              </a:rPr>
              <a:t>Создание репозитория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3810A5E-F26E-408B-BF37-234D504AF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518" y="955132"/>
            <a:ext cx="1991003" cy="414395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7E0B6DB-E542-424A-9F9F-7FFDB1B6DC91}"/>
              </a:ext>
            </a:extLst>
          </p:cNvPr>
          <p:cNvSpPr txBox="1">
            <a:spLocks/>
          </p:cNvSpPr>
          <p:nvPr/>
        </p:nvSpPr>
        <p:spPr>
          <a:xfrm>
            <a:off x="137093" y="2859685"/>
            <a:ext cx="8343731" cy="1128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В правом верхнем углу нажмите на иконку профиля и выберите </a:t>
            </a:r>
            <a:r>
              <a:rPr lang="en-US" dirty="0">
                <a:solidFill>
                  <a:schemeClr val="bg1"/>
                </a:solidFill>
              </a:rPr>
              <a:t>“Your repositories”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863093-DDFA-4C74-86BB-AFA3B7A31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160" y="5679986"/>
            <a:ext cx="7241747" cy="1019048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A02D520-42EE-4018-B473-5B8A346CC319}"/>
              </a:ext>
            </a:extLst>
          </p:cNvPr>
          <p:cNvSpPr txBox="1">
            <a:spLocks/>
          </p:cNvSpPr>
          <p:nvPr/>
        </p:nvSpPr>
        <p:spPr>
          <a:xfrm>
            <a:off x="137092" y="4545252"/>
            <a:ext cx="4458589" cy="23705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После нажмите на кнопку </a:t>
            </a:r>
            <a:r>
              <a:rPr lang="en-US" dirty="0">
                <a:solidFill>
                  <a:schemeClr val="bg1"/>
                </a:solidFill>
              </a:rPr>
              <a:t>new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94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Hub Wallpapers - Wallpaper Cave">
            <a:extLst>
              <a:ext uri="{FF2B5EF4-FFF2-40B4-BE49-F238E27FC236}">
                <a16:creationId xmlns:a16="http://schemas.microsoft.com/office/drawing/2014/main" id="{6F0E1009-A584-408C-BAA3-ED029FA08F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C00AD3B-4B1A-4A20-AB9E-2F3A8A14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53" y="1331649"/>
            <a:ext cx="3683914" cy="108212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Заполните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поле </a:t>
            </a:r>
            <a:r>
              <a:rPr lang="en-US" dirty="0">
                <a:solidFill>
                  <a:schemeClr val="bg1"/>
                </a:solidFill>
              </a:rPr>
              <a:t>Repository name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195737-3383-47E3-B6B1-B3864AE9F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661" y="707301"/>
            <a:ext cx="7526450" cy="607769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7FE611A-2CA8-453C-BDFD-C34B89066078}"/>
              </a:ext>
            </a:extLst>
          </p:cNvPr>
          <p:cNvSpPr txBox="1">
            <a:spLocks/>
          </p:cNvSpPr>
          <p:nvPr/>
        </p:nvSpPr>
        <p:spPr>
          <a:xfrm>
            <a:off x="74889" y="3280102"/>
            <a:ext cx="3683914" cy="1082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Выберите доступность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26DEE84-A19A-4DB1-9C28-B6B896CEFD2E}"/>
              </a:ext>
            </a:extLst>
          </p:cNvPr>
          <p:cNvSpPr txBox="1">
            <a:spLocks/>
          </p:cNvSpPr>
          <p:nvPr/>
        </p:nvSpPr>
        <p:spPr>
          <a:xfrm>
            <a:off x="74888" y="5012753"/>
            <a:ext cx="4440883" cy="12775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Добавить полезные файлы</a:t>
            </a:r>
            <a:r>
              <a:rPr lang="en-US" sz="4000" dirty="0">
                <a:solidFill>
                  <a:schemeClr val="bg1"/>
                </a:solidFill>
              </a:rPr>
              <a:t>?</a:t>
            </a:r>
            <a:endParaRPr lang="ru-RU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560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Hub Wallpapers - Wallpaper Cave">
            <a:extLst>
              <a:ext uri="{FF2B5EF4-FFF2-40B4-BE49-F238E27FC236}">
                <a16:creationId xmlns:a16="http://schemas.microsoft.com/office/drawing/2014/main" id="{6F0E1009-A584-408C-BAA3-ED029FA08F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C00AD3B-4B1A-4A20-AB9E-2F3A8A14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980" y="80573"/>
            <a:ext cx="3683914" cy="1082127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Репозиторий без </a:t>
            </a:r>
            <a:r>
              <a:rPr lang="en-US" dirty="0">
                <a:solidFill>
                  <a:schemeClr val="bg1"/>
                </a:solidFill>
              </a:rPr>
              <a:t>readme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7FE611A-2CA8-453C-BDFD-C34B89066078}"/>
              </a:ext>
            </a:extLst>
          </p:cNvPr>
          <p:cNvSpPr txBox="1">
            <a:spLocks/>
          </p:cNvSpPr>
          <p:nvPr/>
        </p:nvSpPr>
        <p:spPr>
          <a:xfrm>
            <a:off x="298556" y="80573"/>
            <a:ext cx="3683914" cy="1082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Репозиторий с </a:t>
            </a:r>
            <a:r>
              <a:rPr lang="en-US" dirty="0">
                <a:solidFill>
                  <a:schemeClr val="bg1"/>
                </a:solidFill>
              </a:rPr>
              <a:t>readme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5DE90E-07B9-4783-BCB6-CC2FDCDEA4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374" y="1855114"/>
            <a:ext cx="5694272" cy="477922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54F4FA-6A11-4AAA-99D3-747DE8D3A5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54" y="2947131"/>
            <a:ext cx="5777944" cy="368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0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Hub Wallpapers - Wallpaper Cave">
            <a:extLst>
              <a:ext uri="{FF2B5EF4-FFF2-40B4-BE49-F238E27FC236}">
                <a16:creationId xmlns:a16="http://schemas.microsoft.com/office/drawing/2014/main" id="{6F0E1009-A584-408C-BAA3-ED029FA08F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C00AD3B-4B1A-4A20-AB9E-2F3A8A14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8" y="1615209"/>
            <a:ext cx="7015928" cy="1072699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Для загрузки файлов доступны 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7FE611A-2CA8-453C-BDFD-C34B89066078}"/>
              </a:ext>
            </a:extLst>
          </p:cNvPr>
          <p:cNvSpPr txBox="1">
            <a:spLocks/>
          </p:cNvSpPr>
          <p:nvPr/>
        </p:nvSpPr>
        <p:spPr>
          <a:xfrm>
            <a:off x="1183186" y="231876"/>
            <a:ext cx="9825628" cy="8469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Загрузка файлов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F3D5FB-0B8C-43AC-9026-ADC47558F53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628" t="21058" b="9814"/>
          <a:stretch/>
        </p:blipFill>
        <p:spPr>
          <a:xfrm>
            <a:off x="8102851" y="1892920"/>
            <a:ext cx="3582134" cy="709291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DC1F2D7-8678-41F5-9A4F-D52D62160F0B}"/>
              </a:ext>
            </a:extLst>
          </p:cNvPr>
          <p:cNvSpPr txBox="1">
            <a:spLocks/>
          </p:cNvSpPr>
          <p:nvPr/>
        </p:nvSpPr>
        <p:spPr>
          <a:xfrm>
            <a:off x="140678" y="5647355"/>
            <a:ext cx="11832778" cy="8469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bg1"/>
                </a:solidFill>
              </a:rPr>
              <a:t>Аккуратно! файлы (и папки!) загружаются в текущую (открытую) папку.</a:t>
            </a:r>
          </a:p>
        </p:txBody>
      </p:sp>
    </p:spTree>
    <p:extLst>
      <p:ext uri="{BB962C8B-B14F-4D97-AF65-F5344CB8AC3E}">
        <p14:creationId xmlns:p14="http://schemas.microsoft.com/office/powerpoint/2010/main" val="3723507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Hub Wallpapers - Wallpaper Cave">
            <a:extLst>
              <a:ext uri="{FF2B5EF4-FFF2-40B4-BE49-F238E27FC236}">
                <a16:creationId xmlns:a16="http://schemas.microsoft.com/office/drawing/2014/main" id="{6F0E1009-A584-408C-BAA3-ED029FA08F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C00AD3B-4B1A-4A20-AB9E-2F3A8A14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378" y="72458"/>
            <a:ext cx="7933571" cy="833007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</a:rPr>
              <a:t>Create new file</a:t>
            </a:r>
            <a:endParaRPr lang="ru-RU" sz="50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08A0DC-F7F4-4EFC-8DBD-2FB1AAF51C9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9794"/>
          <a:stretch/>
        </p:blipFill>
        <p:spPr>
          <a:xfrm>
            <a:off x="1146929" y="972712"/>
            <a:ext cx="10069330" cy="1851838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79670FA-1593-4B75-B1BF-64ECFE89D1AC}"/>
              </a:ext>
            </a:extLst>
          </p:cNvPr>
          <p:cNvSpPr txBox="1">
            <a:spLocks/>
          </p:cNvSpPr>
          <p:nvPr/>
        </p:nvSpPr>
        <p:spPr>
          <a:xfrm>
            <a:off x="-85572" y="3060071"/>
            <a:ext cx="6095979" cy="9443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chemeClr val="bg1"/>
                </a:solidFill>
              </a:rPr>
              <a:t>Edit new file</a:t>
            </a:r>
            <a:r>
              <a:rPr lang="en-US" sz="3000" dirty="0">
                <a:solidFill>
                  <a:schemeClr val="bg1"/>
                </a:solidFill>
              </a:rPr>
              <a:t> – </a:t>
            </a:r>
            <a:r>
              <a:rPr lang="ru-RU" sz="3000" dirty="0">
                <a:solidFill>
                  <a:schemeClr val="bg1"/>
                </a:solidFill>
              </a:rPr>
              <a:t>редактирование нового файла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F8D82663-8361-4DAE-A2B4-64ADB46931C1}"/>
              </a:ext>
            </a:extLst>
          </p:cNvPr>
          <p:cNvSpPr txBox="1">
            <a:spLocks/>
          </p:cNvSpPr>
          <p:nvPr/>
        </p:nvSpPr>
        <p:spPr>
          <a:xfrm>
            <a:off x="6181594" y="2908907"/>
            <a:ext cx="6095980" cy="1112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chemeClr val="bg1"/>
                </a:solidFill>
              </a:rPr>
              <a:t>Preview</a:t>
            </a:r>
            <a:r>
              <a:rPr lang="en-US" sz="3000" dirty="0">
                <a:solidFill>
                  <a:schemeClr val="bg1"/>
                </a:solidFill>
              </a:rPr>
              <a:t> – </a:t>
            </a:r>
            <a:r>
              <a:rPr lang="ru-RU" sz="3000" dirty="0">
                <a:solidFill>
                  <a:schemeClr val="bg1"/>
                </a:solidFill>
              </a:rPr>
              <a:t>предварительный просмотр содержимого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9C492A-8585-4ABD-9366-B877580EE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4" y="3973715"/>
            <a:ext cx="4877481" cy="275310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7F9770-043A-4B52-A808-3DD49559E8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8926" y="3973715"/>
            <a:ext cx="4259914" cy="285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3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Hub Wallpapers - Wallpaper Cave">
            <a:extLst>
              <a:ext uri="{FF2B5EF4-FFF2-40B4-BE49-F238E27FC236}">
                <a16:creationId xmlns:a16="http://schemas.microsoft.com/office/drawing/2014/main" id="{6F0E1009-A584-408C-BAA3-ED029FA08F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C00AD3B-4B1A-4A20-AB9E-2F3A8A14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569" y="178083"/>
            <a:ext cx="7470862" cy="833565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</a:rPr>
              <a:t>Upload files</a:t>
            </a:r>
            <a:endParaRPr lang="ru-RU" sz="5000" b="1" dirty="0">
              <a:solidFill>
                <a:schemeClr val="bg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DC1F2D7-8678-41F5-9A4F-D52D62160F0B}"/>
              </a:ext>
            </a:extLst>
          </p:cNvPr>
          <p:cNvSpPr txBox="1">
            <a:spLocks/>
          </p:cNvSpPr>
          <p:nvPr/>
        </p:nvSpPr>
        <p:spPr>
          <a:xfrm>
            <a:off x="1541225" y="5224223"/>
            <a:ext cx="9109543" cy="1380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файлы (и папки!) загружаются в текущую (открытую) папку.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51BE34-E771-4028-B197-911FBA15214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08" b="14420"/>
          <a:stretch/>
        </p:blipFill>
        <p:spPr>
          <a:xfrm>
            <a:off x="961304" y="2069115"/>
            <a:ext cx="10269383" cy="3018309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9581FED-51E0-4BA6-BD2A-C1DFA3C81A1A}"/>
              </a:ext>
            </a:extLst>
          </p:cNvPr>
          <p:cNvSpPr txBox="1">
            <a:spLocks/>
          </p:cNvSpPr>
          <p:nvPr/>
        </p:nvSpPr>
        <p:spPr>
          <a:xfrm>
            <a:off x="1541225" y="943485"/>
            <a:ext cx="9109543" cy="1125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Перетащите (или выберете) файлы</a:t>
            </a:r>
          </a:p>
        </p:txBody>
      </p:sp>
    </p:spTree>
    <p:extLst>
      <p:ext uri="{BB962C8B-B14F-4D97-AF65-F5344CB8AC3E}">
        <p14:creationId xmlns:p14="http://schemas.microsoft.com/office/powerpoint/2010/main" val="3214964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Hub Wallpapers - Wallpaper Cave">
            <a:extLst>
              <a:ext uri="{FF2B5EF4-FFF2-40B4-BE49-F238E27FC236}">
                <a16:creationId xmlns:a16="http://schemas.microsoft.com/office/drawing/2014/main" id="{6F0E1009-A584-408C-BAA3-ED029FA08F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AC00AD3B-4B1A-4A20-AB9E-2F3A8A14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85" y="1884304"/>
            <a:ext cx="3683914" cy="107020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Для создания папки выберете 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7FE611A-2CA8-453C-BDFD-C34B89066078}"/>
              </a:ext>
            </a:extLst>
          </p:cNvPr>
          <p:cNvSpPr txBox="1">
            <a:spLocks/>
          </p:cNvSpPr>
          <p:nvPr/>
        </p:nvSpPr>
        <p:spPr>
          <a:xfrm>
            <a:off x="1970314" y="252420"/>
            <a:ext cx="8251371" cy="8400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Создание папки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F4DC90-35AA-4410-918A-202F920DC2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381" t="19088" r="6312" b="15614"/>
          <a:stretch/>
        </p:blipFill>
        <p:spPr>
          <a:xfrm>
            <a:off x="4473155" y="2248410"/>
            <a:ext cx="1160908" cy="335902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EFDF698-FF4C-413E-802F-1B6BB067EFE1}"/>
              </a:ext>
            </a:extLst>
          </p:cNvPr>
          <p:cNvSpPr txBox="1">
            <a:spLocks/>
          </p:cNvSpPr>
          <p:nvPr/>
        </p:nvSpPr>
        <p:spPr>
          <a:xfrm>
            <a:off x="247663" y="3231211"/>
            <a:ext cx="3683914" cy="1070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Напишите нужное название папки и в конце поставьте </a:t>
            </a:r>
            <a:r>
              <a:rPr lang="en-US" dirty="0">
                <a:solidFill>
                  <a:schemeClr val="bg1"/>
                </a:solidFill>
              </a:rPr>
              <a:t>/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A4D9E5-74E3-4201-8071-2C0ACD0FD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1764" y="2985566"/>
            <a:ext cx="4820323" cy="60968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4EAF52-73A3-4DF2-968A-B2DF87854F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1764" y="3646735"/>
            <a:ext cx="4299906" cy="83357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113ED9-F8E9-4471-BCBD-903126BC76FD}"/>
              </a:ext>
            </a:extLst>
          </p:cNvPr>
          <p:cNvSpPr txBox="1">
            <a:spLocks/>
          </p:cNvSpPr>
          <p:nvPr/>
        </p:nvSpPr>
        <p:spPr>
          <a:xfrm>
            <a:off x="211891" y="5028216"/>
            <a:ext cx="3892230" cy="1263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В каждой папке должен быть хотя бы один </a:t>
            </a:r>
            <a:r>
              <a:rPr lang="ru-RU">
                <a:solidFill>
                  <a:schemeClr val="bg1"/>
                </a:solidFill>
              </a:rPr>
              <a:t>файл.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BD6B63-AFCD-4CE0-9A92-2436F4A2C8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5868" y="4805110"/>
            <a:ext cx="3451400" cy="134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2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itHub Desktop for Linux? · Issue #1525 · desktop/desktop · GitHub">
            <a:extLst>
              <a:ext uri="{FF2B5EF4-FFF2-40B4-BE49-F238E27FC236}">
                <a16:creationId xmlns:a16="http://schemas.microsoft.com/office/drawing/2014/main" id="{F151E674-8580-4AB9-AEB9-4A110C3FDF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6" r="654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831185-78DF-4F79-A674-722AE112D594}"/>
              </a:ext>
            </a:extLst>
          </p:cNvPr>
          <p:cNvSpPr/>
          <p:nvPr/>
        </p:nvSpPr>
        <p:spPr>
          <a:xfrm>
            <a:off x="0" y="6488658"/>
            <a:ext cx="30389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https://desktop.github.com/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2920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6D75D-6043-41A4-94ED-A00EB4D8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Загру</a:t>
            </a:r>
            <a:endParaRPr lang="ru-RU" dirty="0"/>
          </a:p>
        </p:txBody>
      </p:sp>
      <p:pic>
        <p:nvPicPr>
          <p:cNvPr id="5" name="Объект 4" descr="Изображение выглядит как ноутбук, компьютер, телефон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074EB8F9-0869-471D-AF0D-D4BF7F87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058D67A-5782-4D2B-AAAF-6A3AD7684507}"/>
              </a:ext>
            </a:extLst>
          </p:cNvPr>
          <p:cNvSpPr txBox="1">
            <a:spLocks/>
          </p:cNvSpPr>
          <p:nvPr/>
        </p:nvSpPr>
        <p:spPr>
          <a:xfrm>
            <a:off x="1653604" y="365125"/>
            <a:ext cx="8884791" cy="86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Создание нового репозитория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828DA8-FE00-4E7C-B0E4-FD5716F552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8" t="914" b="11609"/>
          <a:stretch/>
        </p:blipFill>
        <p:spPr>
          <a:xfrm>
            <a:off x="8190997" y="3220294"/>
            <a:ext cx="3304986" cy="733330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C756585-03B0-4234-8452-53BD8CD2C8E7}"/>
              </a:ext>
            </a:extLst>
          </p:cNvPr>
          <p:cNvSpPr txBox="1">
            <a:spLocks/>
          </p:cNvSpPr>
          <p:nvPr/>
        </p:nvSpPr>
        <p:spPr>
          <a:xfrm>
            <a:off x="226337" y="2890753"/>
            <a:ext cx="4481465" cy="120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Нажмите на вкладку с текущим репозиторием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4F1350-DD78-4F15-AA3D-D6C0DE476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997" y="5300402"/>
            <a:ext cx="2476846" cy="1019317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BD49D872-51F9-4773-8631-2FF9C1C5CF58}"/>
              </a:ext>
            </a:extLst>
          </p:cNvPr>
          <p:cNvSpPr txBox="1">
            <a:spLocks/>
          </p:cNvSpPr>
          <p:nvPr/>
        </p:nvSpPr>
        <p:spPr>
          <a:xfrm>
            <a:off x="371192" y="4970628"/>
            <a:ext cx="5206465" cy="12095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300" dirty="0">
                <a:solidFill>
                  <a:schemeClr val="bg1"/>
                </a:solidFill>
              </a:rPr>
              <a:t>После нажмите на кнопку </a:t>
            </a:r>
            <a:r>
              <a:rPr lang="en-US" sz="3300" b="1" dirty="0">
                <a:solidFill>
                  <a:schemeClr val="bg1"/>
                </a:solidFill>
              </a:rPr>
              <a:t>Add</a:t>
            </a:r>
            <a:r>
              <a:rPr lang="en-US" sz="3300" dirty="0">
                <a:solidFill>
                  <a:schemeClr val="bg1"/>
                </a:solidFill>
              </a:rPr>
              <a:t> </a:t>
            </a:r>
            <a:r>
              <a:rPr lang="ru-RU" sz="3300" dirty="0">
                <a:solidFill>
                  <a:schemeClr val="bg1"/>
                </a:solidFill>
              </a:rPr>
              <a:t>и </a:t>
            </a:r>
            <a:r>
              <a:rPr lang="en-US" sz="3300" b="1" dirty="0">
                <a:solidFill>
                  <a:schemeClr val="bg1"/>
                </a:solidFill>
              </a:rPr>
              <a:t>Create new repository</a:t>
            </a:r>
          </a:p>
        </p:txBody>
      </p:sp>
    </p:spTree>
    <p:extLst>
      <p:ext uri="{BB962C8B-B14F-4D97-AF65-F5344CB8AC3E}">
        <p14:creationId xmlns:p14="http://schemas.microsoft.com/office/powerpoint/2010/main" val="397965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6D75D-6043-41A4-94ED-A00EB4D8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Загру</a:t>
            </a:r>
            <a:endParaRPr lang="ru-RU" dirty="0"/>
          </a:p>
        </p:txBody>
      </p:sp>
      <p:pic>
        <p:nvPicPr>
          <p:cNvPr id="5" name="Объект 4" descr="Изображение выглядит как ноутбук, компьютер, телефон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074EB8F9-0869-471D-AF0D-D4BF7F87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058D67A-5782-4D2B-AAAF-6A3AD7684507}"/>
              </a:ext>
            </a:extLst>
          </p:cNvPr>
          <p:cNvSpPr txBox="1">
            <a:spLocks/>
          </p:cNvSpPr>
          <p:nvPr/>
        </p:nvSpPr>
        <p:spPr>
          <a:xfrm>
            <a:off x="1653604" y="365125"/>
            <a:ext cx="8884791" cy="86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Создание нового репозитория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C756585-03B0-4234-8452-53BD8CD2C8E7}"/>
              </a:ext>
            </a:extLst>
          </p:cNvPr>
          <p:cNvSpPr txBox="1">
            <a:spLocks/>
          </p:cNvSpPr>
          <p:nvPr/>
        </p:nvSpPr>
        <p:spPr>
          <a:xfrm>
            <a:off x="602810" y="4594207"/>
            <a:ext cx="5788937" cy="18986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Заполните необходимые данные и нажмите на кнопку </a:t>
            </a:r>
            <a:r>
              <a:rPr lang="en-US" dirty="0">
                <a:solidFill>
                  <a:schemeClr val="bg1"/>
                </a:solidFill>
              </a:rPr>
              <a:t>Create repository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33B556-1AF6-4E8E-83D5-7EDC9ED66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335" y="1763562"/>
            <a:ext cx="3848637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89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6D75D-6043-41A4-94ED-A00EB4D8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Загру</a:t>
            </a:r>
            <a:endParaRPr lang="ru-RU" dirty="0"/>
          </a:p>
        </p:txBody>
      </p:sp>
      <p:pic>
        <p:nvPicPr>
          <p:cNvPr id="5" name="Объект 4" descr="Изображение выглядит как ноутбук, компьютер, телефон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074EB8F9-0869-471D-AF0D-D4BF7F87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058D67A-5782-4D2B-AAAF-6A3AD7684507}"/>
              </a:ext>
            </a:extLst>
          </p:cNvPr>
          <p:cNvSpPr txBox="1">
            <a:spLocks/>
          </p:cNvSpPr>
          <p:nvPr/>
        </p:nvSpPr>
        <p:spPr>
          <a:xfrm>
            <a:off x="1653604" y="365125"/>
            <a:ext cx="8884791" cy="86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Создание нового репозитория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C756585-03B0-4234-8452-53BD8CD2C8E7}"/>
              </a:ext>
            </a:extLst>
          </p:cNvPr>
          <p:cNvSpPr txBox="1">
            <a:spLocks/>
          </p:cNvSpPr>
          <p:nvPr/>
        </p:nvSpPr>
        <p:spPr>
          <a:xfrm>
            <a:off x="81481" y="4689695"/>
            <a:ext cx="8093798" cy="1928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Созданный репозиторий можно найти на диске </a:t>
            </a:r>
            <a:r>
              <a:rPr lang="ru-RU" sz="3000" i="1" dirty="0">
                <a:solidFill>
                  <a:schemeClr val="accent3"/>
                </a:solidFill>
              </a:rPr>
              <a:t>(и поработать с ним)</a:t>
            </a:r>
            <a:r>
              <a:rPr lang="ru-RU" sz="4000" dirty="0">
                <a:solidFill>
                  <a:schemeClr val="bg1"/>
                </a:solidFill>
              </a:rPr>
              <a:t>, но его еще нужно опубликовать!</a:t>
            </a:r>
          </a:p>
        </p:txBody>
      </p:sp>
      <p:pic>
        <p:nvPicPr>
          <p:cNvPr id="7" name="Рисунок 6" descr="Изображение выглядит как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D515557D-47D6-4B9D-913A-30A7A67CF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748" y="1226281"/>
            <a:ext cx="2721051" cy="560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04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6D75D-6043-41A4-94ED-A00EB4D8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Загру</a:t>
            </a:r>
            <a:endParaRPr lang="ru-RU" dirty="0"/>
          </a:p>
        </p:txBody>
      </p:sp>
      <p:pic>
        <p:nvPicPr>
          <p:cNvPr id="5" name="Объект 4" descr="Изображение выглядит как ноутбук, компьютер, телефон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074EB8F9-0869-471D-AF0D-D4BF7F87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058D67A-5782-4D2B-AAAF-6A3AD7684507}"/>
              </a:ext>
            </a:extLst>
          </p:cNvPr>
          <p:cNvSpPr txBox="1">
            <a:spLocks/>
          </p:cNvSpPr>
          <p:nvPr/>
        </p:nvSpPr>
        <p:spPr>
          <a:xfrm>
            <a:off x="1653604" y="365125"/>
            <a:ext cx="8884791" cy="86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Публикация нового репозитория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C756585-03B0-4234-8452-53BD8CD2C8E7}"/>
              </a:ext>
            </a:extLst>
          </p:cNvPr>
          <p:cNvSpPr txBox="1">
            <a:spLocks/>
          </p:cNvSpPr>
          <p:nvPr/>
        </p:nvSpPr>
        <p:spPr>
          <a:xfrm>
            <a:off x="117695" y="5292521"/>
            <a:ext cx="6864996" cy="942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000" dirty="0">
                <a:solidFill>
                  <a:schemeClr val="bg1"/>
                </a:solidFill>
              </a:rPr>
              <a:t>Для публикации нового репозитория нажмите на </a:t>
            </a:r>
            <a:r>
              <a:rPr lang="en-US" sz="3000" b="1" dirty="0">
                <a:solidFill>
                  <a:schemeClr val="bg1"/>
                </a:solidFill>
              </a:rPr>
              <a:t>Publish repository</a:t>
            </a:r>
            <a:r>
              <a:rPr lang="ru-RU" sz="3000" dirty="0">
                <a:solidFill>
                  <a:schemeClr val="bg1"/>
                </a:solidFill>
              </a:rPr>
              <a:t>.</a:t>
            </a:r>
            <a:endParaRPr lang="ru-RU" sz="30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21BE13-F344-470C-983C-8AE32D73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6281"/>
            <a:ext cx="7635309" cy="337910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43DF84-4A8E-4849-B65A-19F6CA6296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059" t="4797" r="16719" b="7481"/>
          <a:stretch/>
        </p:blipFill>
        <p:spPr>
          <a:xfrm>
            <a:off x="7779474" y="1470573"/>
            <a:ext cx="4369874" cy="3134809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AF012AD-1274-4A83-B672-CBD41CE20D08}"/>
              </a:ext>
            </a:extLst>
          </p:cNvPr>
          <p:cNvSpPr txBox="1">
            <a:spLocks/>
          </p:cNvSpPr>
          <p:nvPr/>
        </p:nvSpPr>
        <p:spPr>
          <a:xfrm>
            <a:off x="7333673" y="5433559"/>
            <a:ext cx="4740632" cy="1106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000" dirty="0">
                <a:solidFill>
                  <a:schemeClr val="bg1"/>
                </a:solidFill>
              </a:rPr>
              <a:t>Выберите </a:t>
            </a:r>
            <a:r>
              <a:rPr lang="ru-RU" sz="3000" b="1" dirty="0">
                <a:solidFill>
                  <a:schemeClr val="bg1"/>
                </a:solidFill>
              </a:rPr>
              <a:t>имя</a:t>
            </a:r>
            <a:r>
              <a:rPr lang="ru-RU" sz="3000" dirty="0">
                <a:solidFill>
                  <a:schemeClr val="bg1"/>
                </a:solidFill>
              </a:rPr>
              <a:t> и </a:t>
            </a:r>
            <a:r>
              <a:rPr lang="ru-RU" sz="3000" b="1" dirty="0">
                <a:solidFill>
                  <a:schemeClr val="bg1"/>
                </a:solidFill>
              </a:rPr>
              <a:t>доступность </a:t>
            </a:r>
            <a:r>
              <a:rPr lang="ru-RU" sz="3000" dirty="0">
                <a:solidFill>
                  <a:schemeClr val="bg1"/>
                </a:solidFill>
              </a:rPr>
              <a:t>репозитория</a:t>
            </a:r>
            <a:endParaRPr lang="ru-RU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022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6D75D-6043-41A4-94ED-A00EB4D8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Загру</a:t>
            </a:r>
            <a:endParaRPr lang="ru-RU" dirty="0"/>
          </a:p>
        </p:txBody>
      </p:sp>
      <p:pic>
        <p:nvPicPr>
          <p:cNvPr id="5" name="Объект 4" descr="Изображение выглядит как ноутбук, компьютер, телефон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074EB8F9-0869-471D-AF0D-D4BF7F87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058D67A-5782-4D2B-AAAF-6A3AD7684507}"/>
              </a:ext>
            </a:extLst>
          </p:cNvPr>
          <p:cNvSpPr txBox="1">
            <a:spLocks/>
          </p:cNvSpPr>
          <p:nvPr/>
        </p:nvSpPr>
        <p:spPr>
          <a:xfrm>
            <a:off x="1653604" y="365125"/>
            <a:ext cx="8884791" cy="86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Загрузка изменений (</a:t>
            </a:r>
            <a:r>
              <a:rPr lang="en-US" sz="5000" b="1" dirty="0">
                <a:solidFill>
                  <a:schemeClr val="accent4"/>
                </a:solidFill>
              </a:rPr>
              <a:t>Commit</a:t>
            </a:r>
            <a:r>
              <a:rPr lang="ru-RU" sz="5000" b="1" dirty="0">
                <a:solidFill>
                  <a:schemeClr val="accent4"/>
                </a:solidFill>
              </a:rPr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D828DA8-FE00-4E7C-B0E4-FD5716F552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8" t="914" b="11609"/>
          <a:stretch/>
        </p:blipFill>
        <p:spPr>
          <a:xfrm>
            <a:off x="8048814" y="2335793"/>
            <a:ext cx="3304986" cy="733330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C756585-03B0-4234-8452-53BD8CD2C8E7}"/>
              </a:ext>
            </a:extLst>
          </p:cNvPr>
          <p:cNvSpPr txBox="1">
            <a:spLocks/>
          </p:cNvSpPr>
          <p:nvPr/>
        </p:nvSpPr>
        <p:spPr>
          <a:xfrm>
            <a:off x="0" y="2581507"/>
            <a:ext cx="5296276" cy="1390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Убедитесь что выбрали нужный репозиторий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DEBAF8-2F73-4658-9F34-CD50430DA0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31" b="6255"/>
          <a:stretch/>
        </p:blipFill>
        <p:spPr>
          <a:xfrm>
            <a:off x="7876231" y="4879465"/>
            <a:ext cx="3214735" cy="148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65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6D75D-6043-41A4-94ED-A00EB4D8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Загру</a:t>
            </a:r>
            <a:endParaRPr lang="ru-RU" dirty="0"/>
          </a:p>
        </p:txBody>
      </p:sp>
      <p:pic>
        <p:nvPicPr>
          <p:cNvPr id="5" name="Объект 4" descr="Изображение выглядит как ноутбук, компьютер, телефон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074EB8F9-0869-471D-AF0D-D4BF7F87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058D67A-5782-4D2B-AAAF-6A3AD7684507}"/>
              </a:ext>
            </a:extLst>
          </p:cNvPr>
          <p:cNvSpPr txBox="1">
            <a:spLocks/>
          </p:cNvSpPr>
          <p:nvPr/>
        </p:nvSpPr>
        <p:spPr>
          <a:xfrm>
            <a:off x="1653604" y="365125"/>
            <a:ext cx="8884791" cy="86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>
                <a:solidFill>
                  <a:schemeClr val="accent4"/>
                </a:solidFill>
              </a:rPr>
              <a:t>Загрузка </a:t>
            </a:r>
            <a:r>
              <a:rPr lang="ru-RU" sz="5000" b="1" dirty="0">
                <a:solidFill>
                  <a:schemeClr val="accent4"/>
                </a:solidFill>
              </a:rPr>
              <a:t>изменений (</a:t>
            </a:r>
            <a:r>
              <a:rPr lang="en-US" sz="5000" b="1" dirty="0">
                <a:solidFill>
                  <a:schemeClr val="accent4"/>
                </a:solidFill>
              </a:rPr>
              <a:t>Commit</a:t>
            </a:r>
            <a:r>
              <a:rPr lang="ru-RU" sz="5000" b="1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CC756585-03B0-4234-8452-53BD8CD2C8E7}"/>
              </a:ext>
            </a:extLst>
          </p:cNvPr>
          <p:cNvSpPr txBox="1">
            <a:spLocks/>
          </p:cNvSpPr>
          <p:nvPr/>
        </p:nvSpPr>
        <p:spPr>
          <a:xfrm>
            <a:off x="94517" y="1439501"/>
            <a:ext cx="4427591" cy="1487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300" b="1" dirty="0">
                <a:solidFill>
                  <a:schemeClr val="bg1"/>
                </a:solidFill>
              </a:rPr>
              <a:t>Обозначения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ru-RU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</a:rPr>
              <a:t>Красный –  удалили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Зелёный – создали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Желтый - изменили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4487BF-0532-44BB-B2B0-C94CF6213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889" y="1144842"/>
            <a:ext cx="4427592" cy="5629367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3F6DF3A-1A6D-477A-A25D-451F07528962}"/>
              </a:ext>
            </a:extLst>
          </p:cNvPr>
          <p:cNvSpPr txBox="1">
            <a:spLocks/>
          </p:cNvSpPr>
          <p:nvPr/>
        </p:nvSpPr>
        <p:spPr>
          <a:xfrm>
            <a:off x="0" y="4566045"/>
            <a:ext cx="60014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Выбрав файл можно посмотреть изменения </a:t>
            </a:r>
            <a:r>
              <a:rPr lang="ru-RU" sz="3700" dirty="0">
                <a:solidFill>
                  <a:schemeClr val="accent3"/>
                </a:solidFill>
              </a:rPr>
              <a:t>(подсвечивается зеленым/красным)</a:t>
            </a:r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EC9A54C-4B57-41FF-BE16-349A103EE9D0}"/>
              </a:ext>
            </a:extLst>
          </p:cNvPr>
          <p:cNvSpPr txBox="1">
            <a:spLocks/>
          </p:cNvSpPr>
          <p:nvPr/>
        </p:nvSpPr>
        <p:spPr>
          <a:xfrm>
            <a:off x="509470" y="3037600"/>
            <a:ext cx="4077832" cy="1236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000" dirty="0">
                <a:solidFill>
                  <a:schemeClr val="bg1"/>
                </a:solidFill>
              </a:rPr>
              <a:t>Наличие галочки означает включение файла в коммит</a:t>
            </a:r>
          </a:p>
        </p:txBody>
      </p:sp>
    </p:spTree>
    <p:extLst>
      <p:ext uri="{BB962C8B-B14F-4D97-AF65-F5344CB8AC3E}">
        <p14:creationId xmlns:p14="http://schemas.microsoft.com/office/powerpoint/2010/main" val="4198828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6D75D-6043-41A4-94ED-A00EB4D8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Загру</a:t>
            </a:r>
            <a:endParaRPr lang="ru-RU" dirty="0"/>
          </a:p>
        </p:txBody>
      </p:sp>
      <p:pic>
        <p:nvPicPr>
          <p:cNvPr id="5" name="Объект 4" descr="Изображение выглядит как ноутбук, компьютер, телефон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074EB8F9-0869-471D-AF0D-D4BF7F87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058D67A-5782-4D2B-AAAF-6A3AD7684507}"/>
              </a:ext>
            </a:extLst>
          </p:cNvPr>
          <p:cNvSpPr txBox="1">
            <a:spLocks/>
          </p:cNvSpPr>
          <p:nvPr/>
        </p:nvSpPr>
        <p:spPr>
          <a:xfrm>
            <a:off x="1653604" y="365125"/>
            <a:ext cx="8884791" cy="86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Загрузка изменений (</a:t>
            </a:r>
            <a:r>
              <a:rPr lang="en-US" sz="5000" b="1" dirty="0">
                <a:solidFill>
                  <a:schemeClr val="accent4"/>
                </a:solidFill>
              </a:rPr>
              <a:t>Commit</a:t>
            </a:r>
            <a:r>
              <a:rPr lang="ru-RU" sz="5000" b="1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EAE705C-ED31-48A9-B1A5-AD66EF00E4D0}"/>
              </a:ext>
            </a:extLst>
          </p:cNvPr>
          <p:cNvSpPr txBox="1">
            <a:spLocks/>
          </p:cNvSpPr>
          <p:nvPr/>
        </p:nvSpPr>
        <p:spPr>
          <a:xfrm>
            <a:off x="94516" y="1741498"/>
            <a:ext cx="6334951" cy="1074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Для отправки необходимо что-нибудь написать в </a:t>
            </a:r>
            <a:r>
              <a:rPr lang="en-US" b="1" dirty="0">
                <a:solidFill>
                  <a:schemeClr val="bg1"/>
                </a:solidFill>
              </a:rPr>
              <a:t>Summary </a:t>
            </a:r>
            <a:r>
              <a:rPr lang="en-US" sz="3200" i="1" dirty="0">
                <a:solidFill>
                  <a:schemeClr val="bg2"/>
                </a:solidFill>
              </a:rPr>
              <a:t>(</a:t>
            </a:r>
            <a:r>
              <a:rPr lang="ru-RU" sz="3200" i="1" dirty="0">
                <a:solidFill>
                  <a:schemeClr val="bg2"/>
                </a:solidFill>
              </a:rPr>
              <a:t>рядом с иконкой</a:t>
            </a:r>
            <a:r>
              <a:rPr lang="en-US" sz="3200" i="1" dirty="0">
                <a:solidFill>
                  <a:schemeClr val="bg2"/>
                </a:solidFill>
              </a:rPr>
              <a:t>)</a:t>
            </a:r>
            <a:r>
              <a:rPr lang="ru-RU" i="1" dirty="0">
                <a:solidFill>
                  <a:schemeClr val="bg2"/>
                </a:solidFill>
              </a:rPr>
              <a:t>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A0A76F-60EE-4623-873D-8752D47430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1"/>
          <a:stretch/>
        </p:blipFill>
        <p:spPr>
          <a:xfrm>
            <a:off x="8627952" y="1565942"/>
            <a:ext cx="3273062" cy="2210108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80130F77-304F-4DDE-85B8-E0451139ADF4}"/>
              </a:ext>
            </a:extLst>
          </p:cNvPr>
          <p:cNvSpPr txBox="1">
            <a:spLocks/>
          </p:cNvSpPr>
          <p:nvPr/>
        </p:nvSpPr>
        <p:spPr>
          <a:xfrm>
            <a:off x="7306147" y="3951052"/>
            <a:ext cx="2958336" cy="685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>
                <a:solidFill>
                  <a:schemeClr val="bg1"/>
                </a:solidFill>
              </a:rPr>
              <a:t>Также можно указать соавторов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FFA946FB-DEF2-49BD-B018-F641A3E13474}"/>
              </a:ext>
            </a:extLst>
          </p:cNvPr>
          <p:cNvSpPr txBox="1">
            <a:spLocks/>
          </p:cNvSpPr>
          <p:nvPr/>
        </p:nvSpPr>
        <p:spPr>
          <a:xfrm>
            <a:off x="409880" y="5659955"/>
            <a:ext cx="6153883" cy="832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i="1" dirty="0">
                <a:solidFill>
                  <a:schemeClr val="bg1"/>
                </a:solidFill>
              </a:rPr>
              <a:t>Можно сделать очередь из коммитов</a:t>
            </a:r>
            <a:endParaRPr lang="ru-RU" i="1" dirty="0">
              <a:solidFill>
                <a:schemeClr val="bg2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CB5CC70-FDD3-4440-A7E3-B59158246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498" y="5496577"/>
            <a:ext cx="5361516" cy="115967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B8EEB1D-45CC-46E3-B4CB-3D1B75353B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765" t="2342" r="1883" b="-2342"/>
          <a:stretch/>
        </p:blipFill>
        <p:spPr>
          <a:xfrm>
            <a:off x="10505840" y="3964216"/>
            <a:ext cx="1590910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85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6D75D-6043-41A4-94ED-A00EB4D86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Загру</a:t>
            </a:r>
            <a:endParaRPr lang="ru-RU" dirty="0"/>
          </a:p>
        </p:txBody>
      </p:sp>
      <p:pic>
        <p:nvPicPr>
          <p:cNvPr id="5" name="Объект 4" descr="Изображение выглядит как ноутбук, компьютер, телефон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074EB8F9-0869-471D-AF0D-D4BF7F872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058D67A-5782-4D2B-AAAF-6A3AD7684507}"/>
              </a:ext>
            </a:extLst>
          </p:cNvPr>
          <p:cNvSpPr txBox="1">
            <a:spLocks/>
          </p:cNvSpPr>
          <p:nvPr/>
        </p:nvSpPr>
        <p:spPr>
          <a:xfrm>
            <a:off x="1653604" y="365125"/>
            <a:ext cx="8884791" cy="8611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000" b="1" dirty="0">
                <a:solidFill>
                  <a:schemeClr val="accent4"/>
                </a:solidFill>
              </a:rPr>
              <a:t>Загрузка изменений (</a:t>
            </a:r>
            <a:r>
              <a:rPr lang="en-US" sz="5000" b="1" dirty="0">
                <a:solidFill>
                  <a:schemeClr val="accent4"/>
                </a:solidFill>
              </a:rPr>
              <a:t>Commit</a:t>
            </a:r>
            <a:r>
              <a:rPr lang="ru-RU" sz="5000" b="1" dirty="0">
                <a:solidFill>
                  <a:schemeClr val="accent4"/>
                </a:solidFill>
              </a:rPr>
              <a:t>)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EAE705C-ED31-48A9-B1A5-AD66EF00E4D0}"/>
              </a:ext>
            </a:extLst>
          </p:cNvPr>
          <p:cNvSpPr txBox="1">
            <a:spLocks/>
          </p:cNvSpPr>
          <p:nvPr/>
        </p:nvSpPr>
        <p:spPr>
          <a:xfrm>
            <a:off x="94517" y="1741499"/>
            <a:ext cx="7030560" cy="766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Нажмите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commit to </a:t>
            </a:r>
            <a:r>
              <a:rPr lang="ru-RU" b="1" i="1" dirty="0" err="1">
                <a:solidFill>
                  <a:schemeClr val="bg1"/>
                </a:solidFill>
              </a:rPr>
              <a:t>имяВетви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endParaRPr lang="ru-RU" b="1" dirty="0">
              <a:solidFill>
                <a:schemeClr val="bg2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6ED0A8-87DC-4752-A8F9-697DE73646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3" b="1386"/>
          <a:stretch/>
        </p:blipFill>
        <p:spPr>
          <a:xfrm>
            <a:off x="8820727" y="1130964"/>
            <a:ext cx="2952172" cy="1995347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97D3A3A-7C75-4EE6-AEEE-8D2C90C71250}"/>
              </a:ext>
            </a:extLst>
          </p:cNvPr>
          <p:cNvSpPr txBox="1">
            <a:spLocks/>
          </p:cNvSpPr>
          <p:nvPr/>
        </p:nvSpPr>
        <p:spPr>
          <a:xfrm>
            <a:off x="94517" y="5516210"/>
            <a:ext cx="6251891" cy="7663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solidFill>
                  <a:schemeClr val="bg1"/>
                </a:solidFill>
              </a:rPr>
              <a:t>Для отправки нажмите </a:t>
            </a:r>
            <a:r>
              <a:rPr lang="en-US" b="1" dirty="0">
                <a:solidFill>
                  <a:schemeClr val="bg1"/>
                </a:solidFill>
              </a:rPr>
              <a:t>push origin</a:t>
            </a:r>
            <a:endParaRPr lang="ru-RU" b="1" dirty="0">
              <a:solidFill>
                <a:schemeClr val="bg2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1851BDD-D4EA-4120-A3C5-064CE71915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7" b="3082"/>
          <a:stretch/>
        </p:blipFill>
        <p:spPr>
          <a:xfrm>
            <a:off x="8368145" y="3458624"/>
            <a:ext cx="3334327" cy="766313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3E0C8019-699E-4FFC-BEAF-5CF49559A8EA}"/>
              </a:ext>
            </a:extLst>
          </p:cNvPr>
          <p:cNvSpPr txBox="1">
            <a:spLocks/>
          </p:cNvSpPr>
          <p:nvPr/>
        </p:nvSpPr>
        <p:spPr>
          <a:xfrm>
            <a:off x="94517" y="3284006"/>
            <a:ext cx="4685713" cy="766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i="1" dirty="0">
                <a:solidFill>
                  <a:schemeClr val="bg1"/>
                </a:solidFill>
              </a:rPr>
              <a:t>Если хотите отменить </a:t>
            </a:r>
            <a:r>
              <a:rPr lang="en-US" i="1" dirty="0">
                <a:solidFill>
                  <a:schemeClr val="bg1"/>
                </a:solidFill>
              </a:rPr>
              <a:t>“</a:t>
            </a:r>
            <a:r>
              <a:rPr lang="ru-RU" i="1" dirty="0">
                <a:solidFill>
                  <a:schemeClr val="bg1"/>
                </a:solidFill>
              </a:rPr>
              <a:t>отправку</a:t>
            </a:r>
            <a:r>
              <a:rPr lang="en-US" i="1" dirty="0">
                <a:solidFill>
                  <a:schemeClr val="bg1"/>
                </a:solidFill>
              </a:rPr>
              <a:t>” </a:t>
            </a:r>
            <a:r>
              <a:rPr lang="ru-RU" i="1" dirty="0">
                <a:solidFill>
                  <a:schemeClr val="bg1"/>
                </a:solidFill>
              </a:rPr>
              <a:t>нажмите </a:t>
            </a:r>
            <a:r>
              <a:rPr lang="en-US" b="1" dirty="0">
                <a:solidFill>
                  <a:schemeClr val="bg1"/>
                </a:solidFill>
              </a:rPr>
              <a:t>Undo</a:t>
            </a:r>
            <a:endParaRPr lang="ru-RU" b="1" dirty="0">
              <a:solidFill>
                <a:schemeClr val="bg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C652933-3C81-48BC-97C3-86C48CF1AF0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27"/>
          <a:stretch/>
        </p:blipFill>
        <p:spPr>
          <a:xfrm>
            <a:off x="6548582" y="5273047"/>
            <a:ext cx="5494386" cy="125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93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182</TotalTime>
  <Words>302</Words>
  <Application>Microsoft Office PowerPoint</Application>
  <PresentationFormat>Широкоэкранный</PresentationFormat>
  <Paragraphs>64</Paragraphs>
  <Slides>17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Презентация PowerPoint</vt:lpstr>
      <vt:lpstr>Создание репозитория</vt:lpstr>
      <vt:lpstr>Заполните поле Repository name</vt:lpstr>
      <vt:lpstr>Репозиторий без readme</vt:lpstr>
      <vt:lpstr>Для загрузки файлов доступны </vt:lpstr>
      <vt:lpstr>Create new file</vt:lpstr>
      <vt:lpstr>Upload files</vt:lpstr>
      <vt:lpstr>Для создания папки выберете </vt:lpstr>
      <vt:lpstr>Презентация PowerPoint</vt:lpstr>
      <vt:lpstr>Загру</vt:lpstr>
      <vt:lpstr>Загру</vt:lpstr>
      <vt:lpstr>Загру</vt:lpstr>
      <vt:lpstr>Загру</vt:lpstr>
      <vt:lpstr>Загру</vt:lpstr>
      <vt:lpstr>Загру</vt:lpstr>
      <vt:lpstr>Загру</vt:lpstr>
      <vt:lpstr>Загру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mizarion99@gmail.com</dc:creator>
  <cp:lastModifiedBy>mizarion99@gmail.com</cp:lastModifiedBy>
  <cp:revision>32</cp:revision>
  <dcterms:created xsi:type="dcterms:W3CDTF">2020-04-22T13:19:52Z</dcterms:created>
  <dcterms:modified xsi:type="dcterms:W3CDTF">2020-05-04T12:11:37Z</dcterms:modified>
</cp:coreProperties>
</file>